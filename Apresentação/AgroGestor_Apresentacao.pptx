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2743200"/>
            <a:ext cx="9326880" cy="9326880"/>
          </a:xfrm>
          <a:prstGeom prst="ellipse">
            <a:avLst/>
          </a:prstGeom>
          <a:solidFill>
            <a:srgbClr val="F0A57E">
              <a:alpha val="12000"/>
            </a:srgbClr>
          </a:solidFill>
          <a:ln w="9525">
            <a:solidFill>
              <a:srgbClr val="F0A57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3749040"/>
            <a:ext cx="7315200" cy="7315200"/>
          </a:xfrm>
          <a:prstGeom prst="ellipse">
            <a:avLst/>
          </a:prstGeom>
          <a:solidFill>
            <a:srgbClr val="C85A2E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0" y="4846320"/>
            <a:ext cx="5120640" cy="5120640"/>
          </a:xfrm>
          <a:prstGeom prst="ellipse">
            <a:avLst/>
          </a:prstGeom>
          <a:solidFill>
            <a:srgbClr val="B85027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0" y="5852160"/>
            <a:ext cx="3108960" cy="3108960"/>
          </a:xfrm>
          <a:prstGeom prst="ellipse">
            <a:avLst/>
          </a:prstGeom>
          <a:solidFill>
            <a:srgbClr val="C85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47520" y="6675120"/>
            <a:ext cx="1463040" cy="1463040"/>
          </a:xfrm>
          <a:prstGeom prst="ellipse">
            <a:avLst/>
          </a:prstGeom>
          <a:solidFill>
            <a:srgbClr val="F0A57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868680"/>
            <a:ext cx="274320" cy="274320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spc="400" kern="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CONCEPÇÃO DO PROJETO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12801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simples
para quem produz
</a:t>
            </a:r>
            <a:pPr algn="l" indent="0" marL="0">
              <a:buNone/>
            </a:pPr>
            <a:r>
              <a:rPr lang="en-US" sz="6400" i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campo.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005840" y="7315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Insumos e Safras para Pequenos e Médios Produtores Rurais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9418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 · ENGENHARIA DE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77240"/>
            <a:ext cx="201168" cy="201168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 ·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6459200" cy="0"/>
          </a:xfrm>
          <a:prstGeom prst="line">
            <a:avLst/>
          </a:prstGeom>
          <a:noFill/>
          <a:ln w="9525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645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controle manual de insumos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safras gera 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i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de informação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i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desperdício.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8046720" cy="2286000"/>
          </a:xfrm>
          <a:prstGeom prst="roundRect">
            <a:avLst>
              <a:gd name="adj" fmla="val 6000"/>
            </a:avLst>
          </a:prstGeom>
          <a:solidFill>
            <a:srgbClr val="F8F3E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526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4572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em papel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5303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Cadernos e anotações soltas dificultam a consulta e aumentam o risco de perda de dados.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18320" y="4206240"/>
            <a:ext cx="8046720" cy="2286000"/>
          </a:xfrm>
          <a:prstGeom prst="roundRect">
            <a:avLst>
              <a:gd name="adj" fmla="val 6000"/>
            </a:avLst>
          </a:prstGeom>
          <a:solidFill>
            <a:srgbClr val="F8F3E6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0" y="4526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247120" y="4572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histórico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784080" y="5303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registro organizado, o produtor não sabe o que já foi aplicado nem quando.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6766560"/>
            <a:ext cx="8046720" cy="2286000"/>
          </a:xfrm>
          <a:prstGeom prst="roundRect">
            <a:avLst>
              <a:gd name="adj" fmla="val 6000"/>
            </a:avLst>
          </a:prstGeom>
          <a:solidFill>
            <a:srgbClr val="F8F3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7086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0" y="7132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Desperdício de insumos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7863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Sobreaplicação ou subaplicação elevam custos e prejudicam a produtividade.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418320" y="6766560"/>
            <a:ext cx="8046720" cy="2286000"/>
          </a:xfrm>
          <a:prstGeom prst="roundRect">
            <a:avLst>
              <a:gd name="adj" fmla="val 6000"/>
            </a:avLst>
          </a:prstGeom>
          <a:solidFill>
            <a:srgbClr val="F8F3E6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7086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247120" y="7132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fraca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784080" y="7863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de comprovar o histórico da produção para compradores e certificadoras.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77240"/>
            <a:ext cx="201168" cy="201168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 ·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 ATUAL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6459200" cy="0"/>
          </a:xfrm>
          <a:prstGeom prst="line">
            <a:avLst/>
          </a:prstGeom>
          <a:noFill/>
          <a:ln w="9525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problema é resolvido hoje?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5303520" cy="5943600"/>
          </a:xfrm>
          <a:prstGeom prst="roundRect">
            <a:avLst>
              <a:gd name="adj" fmla="val 2586"/>
            </a:avLst>
          </a:prstGeom>
          <a:solidFill>
            <a:srgbClr val="F8F3E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834640"/>
            <a:ext cx="5303520" cy="109728"/>
          </a:xfrm>
          <a:prstGeom prst="rect">
            <a:avLst/>
          </a:prstGeom>
          <a:solidFill>
            <a:srgbClr val="C85A2E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Cadernos de papel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Anotações manuscritas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5029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Fácil de perder ou danificar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5943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Difícil de consultar depois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6858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Sem padronização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0" y="2834640"/>
            <a:ext cx="5303520" cy="5943600"/>
          </a:xfrm>
          <a:prstGeom prst="roundRect">
            <a:avLst>
              <a:gd name="adj" fmla="val 2586"/>
            </a:avLst>
          </a:prstGeom>
          <a:solidFill>
            <a:srgbClr val="F8F3E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834640"/>
            <a:ext cx="5303520" cy="109728"/>
          </a:xfrm>
          <a:prstGeom prst="rect">
            <a:avLst/>
          </a:prstGeom>
          <a:solidFill>
            <a:srgbClr val="C85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Planilhas Excel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Quando existem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5029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Desorganizadas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5943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Exigem conhecimento técnico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6858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Sem alertas automáticos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252960" y="2834640"/>
            <a:ext cx="5303520" cy="5943600"/>
          </a:xfrm>
          <a:prstGeom prst="roundRect">
            <a:avLst>
              <a:gd name="adj" fmla="val 2586"/>
            </a:avLst>
          </a:prstGeom>
          <a:solidFill>
            <a:srgbClr val="F8F3E6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52960" y="2834640"/>
            <a:ext cx="5303520" cy="109728"/>
          </a:xfrm>
          <a:prstGeom prst="rect">
            <a:avLst/>
          </a:prstGeom>
          <a:solidFill>
            <a:srgbClr val="C85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2618720" y="3200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e experiência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61872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Depende de uma pessoa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18720" y="5029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Risco alto de esquecimento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618720" y="5943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Sem histórico confiável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618720" y="6858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Dificulta a sucessão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77240"/>
            <a:ext cx="201168" cy="201168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 ·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6459200" cy="0"/>
          </a:xfrm>
          <a:prstGeom prst="line">
            <a:avLst/>
          </a:prstGeom>
          <a:noFill/>
          <a:ln w="9525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645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</a:t>
            </a:r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plataforma que organiza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campo em um só lugar.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600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web (com uso via celular) para gerenciar estoque de insumos, registrar aplicações nas lavouras e acompanhar o desenvolvimento das safras de forma simples e organizada.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548640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8F3E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5760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6492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completo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7223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Propriedades, talhões, culturas e insumos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20640" y="548640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8F3E6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5760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6492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estoque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7223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Entrada, saída e alertas de estoque baixo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0" y="548640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8F3E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5760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6492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campo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7223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e atividades da safra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533120" y="548640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8F3E6"/>
          </a:solidFill>
          <a:ln/>
        </p:spPr>
      </p:sp>
      <p:sp>
        <p:nvSpPr>
          <p:cNvPr id="21" name="Text 19"/>
          <p:cNvSpPr/>
          <p:nvPr/>
        </p:nvSpPr>
        <p:spPr>
          <a:xfrm>
            <a:off x="13807440" y="5760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807440" y="6492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e relatórios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07440" y="7223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rápida e tomada de decisão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77240"/>
            <a:ext cx="201168" cy="201168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 ·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 PÚBLICO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6459200" cy="0"/>
          </a:xfrm>
          <a:prstGeom prst="line">
            <a:avLst/>
          </a:prstGeom>
          <a:noFill/>
          <a:ln w="9525">
            <a:solidFill>
              <a:srgbClr val="D4CE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8046720" cy="7132320"/>
          </a:xfrm>
          <a:prstGeom prst="roundRect">
            <a:avLst>
              <a:gd name="adj" fmla="val 1923"/>
            </a:avLst>
          </a:prstGeom>
          <a:solidFill>
            <a:srgbClr val="F8F3E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860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Facilitar o controle e a organização das atividades agrícolas, reduzindo perdas, melhorando o uso de insumos e aumentando a eficiência da propriedade rural.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transforma a gestão manual e fragmentada em um processo digital, simples e acessível — mesmo para quem tem pouca familiaridade com tecnologia.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0" y="1828800"/>
            <a:ext cx="8046720" cy="7132320"/>
          </a:xfrm>
          <a:prstGeom prst="roundRect">
            <a:avLst>
              <a:gd name="adj" fmla="val 1923"/>
            </a:avLst>
          </a:prstGeom>
          <a:solidFill>
            <a:srgbClr val="F8F3E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0" y="22860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66960" y="3383280"/>
            <a:ext cx="320040" cy="320040"/>
          </a:xfrm>
          <a:prstGeom prst="ellipse">
            <a:avLst/>
          </a:prstGeom>
          <a:solidFill>
            <a:srgbClr val="C85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0" y="3291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Pequenos e médios produtores rurais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966960" y="4572000"/>
            <a:ext cx="320040" cy="320040"/>
          </a:xfrm>
          <a:prstGeom prst="ellipse">
            <a:avLst/>
          </a:prstGeom>
          <a:solidFill>
            <a:srgbClr val="C85A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4480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Técnicos agrícolas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66960" y="5760720"/>
            <a:ext cx="320040" cy="320040"/>
          </a:xfrm>
          <a:prstGeom prst="ellipse">
            <a:avLst/>
          </a:prstGeom>
          <a:solidFill>
            <a:srgbClr val="C85A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0" y="5669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Gestores de propriedades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966960" y="6949440"/>
            <a:ext cx="320040" cy="320040"/>
          </a:xfrm>
          <a:prstGeom prst="ellipse">
            <a:avLst/>
          </a:prstGeom>
          <a:solidFill>
            <a:srgbClr val="C85A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0" y="6858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Cooperativas e assistentes técnicos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77240"/>
            <a:ext cx="201168" cy="201168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 ·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6459200" cy="0"/>
          </a:xfrm>
          <a:prstGeom prst="line">
            <a:avLst/>
          </a:prstGeom>
          <a:noFill/>
          <a:ln w="9525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permite fazer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propriedades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4297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propriedades rurais com nome, localização e tamanho.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20640" y="26517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talhões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4297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as áreas de produção vinculadas a cada propriedade.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0" y="26517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insumos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4297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Sementes, fertilizantes e defensivos com unidade de medida.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533120" y="26517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20" name="Text 18"/>
          <p:cNvSpPr/>
          <p:nvPr/>
        </p:nvSpPr>
        <p:spPr>
          <a:xfrm>
            <a:off x="1380744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80744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estoque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807440" y="4297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e saída de insumos com saldo atualizado automaticamente.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603504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6309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6858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aplicações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7680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Anote o que foi aplicado, em qual talhão, dose e data.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120640" y="603504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6309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6858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por talhão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94960" y="7680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tudo o que já foi feito em cada área da propriedade.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326880" y="603504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6309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0" y="6858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estoque baixo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01200" y="7680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Receba avisos quando um insumo estiver acabando.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3533120" y="603504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36" name="Text 34"/>
          <p:cNvSpPr/>
          <p:nvPr/>
        </p:nvSpPr>
        <p:spPr>
          <a:xfrm>
            <a:off x="13807440" y="6309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RF10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807440" y="6858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simples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807440" y="7680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 resumos de consumo e atividades por período.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77240"/>
            <a:ext cx="201168" cy="201168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 ·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6459200" cy="0"/>
          </a:xfrm>
          <a:prstGeom prst="line">
            <a:avLst/>
          </a:prstGeom>
          <a:noFill/>
          <a:ln w="9525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ganhos esperados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108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3840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desperdício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4572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preciso evita sobreaplicação e perda de produtos.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3108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49440" y="3840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confiável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4572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aplicações e atividades ficam registradas e acessíveis.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252960" y="274320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618720" y="3108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618720" y="3840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planejamento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618720" y="4572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organizados ajudam a planejar a próxima safra com mais segurança.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61264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6492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7223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7955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comprovar a origem e o manejo da produção.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61264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6492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49440" y="7223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rápida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7955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Informações na ponta dos dedos, inclusive pelo celular no campo.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252960" y="61264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8F3E6"/>
          </a:solidFill>
          <a:ln/>
        </p:spPr>
      </p:sp>
      <p:sp>
        <p:nvSpPr>
          <p:cNvPr id="28" name="Text 26"/>
          <p:cNvSpPr/>
          <p:nvPr/>
        </p:nvSpPr>
        <p:spPr>
          <a:xfrm>
            <a:off x="12618720" y="6492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618720" y="7223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Profissionalização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618720" y="7955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mais organizada eleva o nível da propriedade.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77240"/>
            <a:ext cx="201168" cy="201168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 ·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6459200" cy="0"/>
          </a:xfrm>
          <a:prstGeom prst="line">
            <a:avLst/>
          </a:prstGeom>
          <a:noFill/>
          <a:ln w="9525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usa o sistema e o que cada um faz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5394960" cy="6400800"/>
          </a:xfrm>
          <a:prstGeom prst="roundRect">
            <a:avLst>
              <a:gd name="adj" fmla="val 2542"/>
            </a:avLst>
          </a:prstGeom>
          <a:solidFill>
            <a:srgbClr val="F8F3E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51760"/>
            <a:ext cx="5394960" cy="109728"/>
          </a:xfrm>
          <a:prstGeom prst="rect">
            <a:avLst/>
          </a:prstGeom>
          <a:solidFill>
            <a:srgbClr val="C85A2E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17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 Rural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38404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insumos, registrar atividades e acompanhar safras.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ações: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5943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Cadastrar propriedade e talhões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6583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Registrar estoque e aplicações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7223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Consultar histórico e relatórios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0" y="2651760"/>
            <a:ext cx="5394960" cy="6400800"/>
          </a:xfrm>
          <a:prstGeom prst="roundRect">
            <a:avLst>
              <a:gd name="adj" fmla="val 2542"/>
            </a:avLst>
          </a:prstGeom>
          <a:solidFill>
            <a:srgbClr val="F8F3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2651760"/>
            <a:ext cx="5394960" cy="109728"/>
          </a:xfrm>
          <a:prstGeom prst="rect">
            <a:avLst/>
          </a:prstGeom>
          <a:solidFill>
            <a:srgbClr val="C85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017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 Agrícola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38404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a propriedade e orientar com base em dados reais.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ações: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5943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Visualizar registros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6583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Cadastrar aplicações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7223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Gerar relatórios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252960" y="2651760"/>
            <a:ext cx="5394960" cy="6400800"/>
          </a:xfrm>
          <a:prstGeom prst="roundRect">
            <a:avLst>
              <a:gd name="adj" fmla="val 2542"/>
            </a:avLst>
          </a:prstGeom>
          <a:solidFill>
            <a:srgbClr val="F8F3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2252960" y="2651760"/>
            <a:ext cx="5394960" cy="109728"/>
          </a:xfrm>
          <a:prstGeom prst="rect">
            <a:avLst/>
          </a:prstGeom>
          <a:solidFill>
            <a:srgbClr val="C85A2E"/>
          </a:solidFill>
          <a:ln/>
        </p:spPr>
      </p:sp>
      <p:sp>
        <p:nvSpPr>
          <p:cNvPr id="25" name="Text 23"/>
          <p:cNvSpPr/>
          <p:nvPr/>
        </p:nvSpPr>
        <p:spPr>
          <a:xfrm>
            <a:off x="12618720" y="3017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618720" y="38404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o sistema funcionando e gerenciar acessos.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618720" y="5303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ações: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618720" y="5943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Gerenciar usuários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618720" y="6583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Definir permissões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618720" y="7223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Configurações gerais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77240"/>
            <a:ext cx="201168" cy="201168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AGROGESTOR · 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 PRIORIZAÇÃO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6459200" cy="0"/>
          </a:xfrm>
          <a:prstGeom prst="line">
            <a:avLst/>
          </a:prstGeom>
          <a:noFill/>
          <a:ln w="9525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na primeira versão do produto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5394960" cy="6217920"/>
          </a:xfrm>
          <a:prstGeom prst="roundRect">
            <a:avLst>
              <a:gd name="adj" fmla="val 2542"/>
            </a:avLst>
          </a:prstGeom>
          <a:solidFill>
            <a:srgbClr val="F8F3E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51760"/>
            <a:ext cx="5394960" cy="109728"/>
          </a:xfrm>
          <a:prstGeom prst="rect">
            <a:avLst/>
          </a:prstGeom>
          <a:solidFill>
            <a:srgbClr val="C85A2E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— MVP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Cadastro de propriedade e talhões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4663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Cadastro e controle de estoque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5486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Registro de aplicações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6309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Consulta de histórico por talhão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7132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Alerta de estoque baixo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92240" y="2651760"/>
            <a:ext cx="5394960" cy="6217920"/>
          </a:xfrm>
          <a:prstGeom prst="roundRect">
            <a:avLst>
              <a:gd name="adj" fmla="val 2542"/>
            </a:avLst>
          </a:prstGeom>
          <a:solidFill>
            <a:srgbClr val="F8F3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2651760"/>
            <a:ext cx="5394960" cy="109728"/>
          </a:xfrm>
          <a:prstGeom prst="rect">
            <a:avLst/>
          </a:prstGeom>
          <a:solidFill>
            <a:srgbClr val="7A8B5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8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Registro de outras atividades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0" y="4663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Geração de relatórios simples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5486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Cadastro de múltiplas safras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070080" y="2651760"/>
            <a:ext cx="5394960" cy="6217920"/>
          </a:xfrm>
          <a:prstGeom prst="roundRect">
            <a:avLst>
              <a:gd name="adj" fmla="val 2542"/>
            </a:avLst>
          </a:prstGeom>
          <a:solidFill>
            <a:srgbClr val="F8F3E6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70080" y="2651760"/>
            <a:ext cx="5394960" cy="109728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1243584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43584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Exportação em PDF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435840" y="4663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Dashboard avançado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2435840" y="5486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Integração climática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435840" y="6309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 mobile nativo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0" y="-1828800"/>
            <a:ext cx="8229600" cy="8229600"/>
          </a:xfrm>
          <a:prstGeom prst="ellipse">
            <a:avLst/>
          </a:prstGeom>
          <a:solidFill>
            <a:srgbClr val="F0A57E">
              <a:alpha val="10000"/>
            </a:srgbClr>
          </a:solidFill>
          <a:ln w="9525">
            <a:solidFill>
              <a:srgbClr val="F0A57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173200" y="5029200"/>
            <a:ext cx="6400800" cy="6400800"/>
          </a:xfrm>
          <a:prstGeom prst="ellipse">
            <a:avLst/>
          </a:prstGeom>
          <a:solidFill>
            <a:srgbClr val="C85A2E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percurso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1371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problema à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projeto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512064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Problema identificado e contextualizado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576072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Solução proposta (AgroGestor)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640080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Requisitos funcionais e não funcionais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704088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User Stories + critérios de aceitação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768096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Priorização e definição do MVP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8321040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Repositório e Project organizados no GitHub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AgroGestor - Concepção do Projeto</dc:title>
  <dc:subject>PptxGenJS Presentation</dc:subject>
  <dc:creator>AgroGestor</dc:creator>
  <cp:lastModifiedBy>AgroGestor</cp:lastModifiedBy>
  <cp:revision>1</cp:revision>
  <dcterms:created xsi:type="dcterms:W3CDTF">2026-10-04T19:42:03Z</dcterms:created>
  <dcterms:modified xsi:type="dcterms:W3CDTF">2026-10-04T19:42:03Z</dcterms:modified>
</cp:coreProperties>
</file>